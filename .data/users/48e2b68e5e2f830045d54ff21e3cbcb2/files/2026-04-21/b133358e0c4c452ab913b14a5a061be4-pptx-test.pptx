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First slide generated by GenDocTools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Test —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Test —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Third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